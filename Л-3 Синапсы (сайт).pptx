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8494-3011-46D8-94F2-B2AA3CFFA97B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A8CF4-9153-4F3A-87B3-B5413C083C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08494-3011-46D8-94F2-B2AA3CFFA97B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A8CF4-9153-4F3A-87B3-B5413C083C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07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smtClean="0"/>
              <a:t>Лекарственные вещества, действующие в области синапсов.</a:t>
            </a:r>
            <a:br>
              <a:rPr lang="ru-RU" sz="4000" smtClean="0"/>
            </a:br>
            <a:r>
              <a:rPr lang="ru-RU" sz="4000" smtClean="0"/>
              <a:t>Возможности регуляции эфферентной периферической нервной системы</a:t>
            </a:r>
            <a:endParaRPr lang="ru-RU" sz="40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8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7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592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47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48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21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44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Медиаторы перифери-ческой вегетативной нервной системы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11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68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29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0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Строение синапса (схема)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61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22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Возможные механизмы действия ЛВ на примере холинергического синапса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3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07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Деактивация катехоламинов и ацетилхолина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7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Холинергические средства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3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Влияния валентности азота на фармакокинетику холиноэффекторов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62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Холиномиметики: эфиры холина и алкалоиды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04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23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43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94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Локализация М- и N-холино-рецепторов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6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Мускариновые рецепторы (М-холинорецепторы)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22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smtClean="0"/>
              <a:t>Механизмы внутриклеточной сигнализации</a:t>
            </a:r>
            <a:br>
              <a:rPr lang="ru-RU" sz="2800" smtClean="0"/>
            </a:br>
            <a:r>
              <a:rPr lang="ru-RU" sz="2800" smtClean="0"/>
              <a:t>М-холинорецепторов</a:t>
            </a:r>
            <a:endParaRPr lang="ru-RU" sz="28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07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mtClean="0"/>
              <a:t>Действие на сердце</a:t>
            </a:r>
            <a:endParaRPr lang="ru-RU" altLang="ru-RU" dirty="0" smtClean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65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2800" smtClean="0"/>
              <a:t>М-холинорецепторы</a:t>
            </a:r>
            <a:r>
              <a:rPr lang="ru-RU" sz="2100" smtClean="0"/>
              <a:t>. Типы и локализация</a:t>
            </a:r>
            <a:endParaRPr lang="ru-RU" sz="21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77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2800" smtClean="0"/>
              <a:t>М-холинорецепторы</a:t>
            </a:r>
            <a:r>
              <a:rPr lang="ru-RU" sz="2100" smtClean="0"/>
              <a:t>. Типы и локализация</a:t>
            </a:r>
            <a:endParaRPr lang="ru-RU" sz="21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59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Основные физиологические эффекты </a:t>
            </a:r>
            <a:br>
              <a:rPr lang="ru-RU" smtClean="0"/>
            </a:br>
            <a:r>
              <a:rPr lang="ru-RU" smtClean="0"/>
              <a:t>парасимпатической нервной системы </a:t>
            </a:r>
            <a:br>
              <a:rPr lang="ru-RU" smtClean="0"/>
            </a:b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191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215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000" smtClean="0"/>
              <a:t>Никотиновые рецепторы (Н-холинорецепторы)</a:t>
            </a:r>
            <a:endParaRPr lang="ru-RU" sz="200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961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Механизм внутриклеточной сигнализации Н-холинорецепторов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2998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000" smtClean="0"/>
              <a:t>Типы и локализация Н-холинорецепторов</a:t>
            </a:r>
            <a:endParaRPr lang="ru-RU" sz="20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954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Самый известный М-холинолитик</a:t>
            </a:r>
            <a:br>
              <a:rPr lang="ru-RU" smtClean="0"/>
            </a:br>
            <a:r>
              <a:rPr lang="ru-RU" smtClean="0"/>
              <a:t>- Атропин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645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Некоторые современные М-антихолинергические препараты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63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Н-холинолитики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9394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Тубакурарин и другие миорелексанты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07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Neuromuscular blocking agents</a:t>
            </a:r>
            <a:r>
              <a:rPr lang="ru-RU" smtClean="0"/>
              <a:t> </a:t>
            </a:r>
            <a:r>
              <a:rPr lang="en-US" smtClean="0"/>
              <a:t>(NMBAs)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071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877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АДРЕНАЛИН</a:t>
            </a:r>
            <a:br>
              <a:rPr lang="ru-RU" smtClean="0"/>
            </a:br>
            <a:r>
              <a:rPr lang="ru-RU" smtClean="0"/>
              <a:t>активация симпатической системы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04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66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История открытия адреналина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298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История открытия адреналина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6970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Противоречия симпатической системы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162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Противоречия симпатической системы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447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112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4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29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3211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688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506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Адренергические рецепторы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32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Анатомическая локализация адренорецепторов 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748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Анатомическая локализация адренорецепторов 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739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200" smtClean="0"/>
              <a:t>Фармакологические эффекты адреналина </a:t>
            </a:r>
            <a:r>
              <a:rPr lang="ru-RU" altLang="ru-RU" sz="1600" smtClean="0"/>
              <a:t>(эпинефрина)</a:t>
            </a:r>
            <a:endParaRPr lang="ru-RU" altLang="ru-RU" sz="16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196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852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Широкоэкранный</PresentationFormat>
  <Paragraphs>32</Paragraphs>
  <Slides>57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57</vt:i4>
      </vt:variant>
    </vt:vector>
  </HeadingPairs>
  <TitlesOfParts>
    <vt:vector size="61" baseType="lpstr">
      <vt:lpstr>Arial</vt:lpstr>
      <vt:lpstr>Calibri</vt:lpstr>
      <vt:lpstr>Calibri Light</vt:lpstr>
      <vt:lpstr>Тема Office</vt:lpstr>
      <vt:lpstr>Лекарственные вещества, действующие в области синапсов. Возможности регуляции эфферентной периферической нервной системы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Медиаторы перифери-ческой вегетативной нервной системы</vt:lpstr>
      <vt:lpstr>Презентация PowerPoint</vt:lpstr>
      <vt:lpstr>Презентация PowerPoint</vt:lpstr>
      <vt:lpstr>Презентация PowerPoint</vt:lpstr>
      <vt:lpstr>Строение синапса (схема)</vt:lpstr>
      <vt:lpstr>Презентация PowerPoint</vt:lpstr>
      <vt:lpstr>Возможные механизмы действия ЛВ на примере холинергического синапса</vt:lpstr>
      <vt:lpstr>Презентация PowerPoint</vt:lpstr>
      <vt:lpstr>Деактивация катехоламинов и ацетилхолина</vt:lpstr>
      <vt:lpstr>Холинергические средства</vt:lpstr>
      <vt:lpstr>Влияния валентности азота на фармакокинетику холиноэффекторов</vt:lpstr>
      <vt:lpstr>Холиномиметики: эфиры холина и алкалоиды</vt:lpstr>
      <vt:lpstr>Презентация PowerPoint</vt:lpstr>
      <vt:lpstr>Презентация PowerPoint</vt:lpstr>
      <vt:lpstr>Презентация PowerPoint</vt:lpstr>
      <vt:lpstr>Локализация М- и N-холино-рецепторов</vt:lpstr>
      <vt:lpstr>Презентация PowerPoint</vt:lpstr>
      <vt:lpstr>Мускариновые рецепторы (М-холинорецепторы)</vt:lpstr>
      <vt:lpstr>Механизмы внутриклеточной сигнализации М-холинорецепторов</vt:lpstr>
      <vt:lpstr>Действие на сердце</vt:lpstr>
      <vt:lpstr>М-холинорецепторы. Типы и локализация</vt:lpstr>
      <vt:lpstr>М-холинорецепторы. Типы и локализация</vt:lpstr>
      <vt:lpstr>Основные физиологические эффекты  парасимпатической нервной системы  </vt:lpstr>
      <vt:lpstr>Презентация PowerPoint</vt:lpstr>
      <vt:lpstr>Никотиновые рецепторы (Н-холинорецепторы)</vt:lpstr>
      <vt:lpstr>Механизм внутриклеточной сигнализации Н-холинорецепторов</vt:lpstr>
      <vt:lpstr>Типы и локализация Н-холинорецепторов</vt:lpstr>
      <vt:lpstr>Самый известный М-холинолитик - Атропин</vt:lpstr>
      <vt:lpstr>Некоторые современные М-антихолинергические препараты</vt:lpstr>
      <vt:lpstr>Н-холинолитики</vt:lpstr>
      <vt:lpstr>Тубакурарин и другие миорелексанты</vt:lpstr>
      <vt:lpstr>Neuromuscular blocking agents (NMBAs)</vt:lpstr>
      <vt:lpstr>Презентация PowerPoint</vt:lpstr>
      <vt:lpstr>АДРЕНАЛИН активация симпатической системы</vt:lpstr>
      <vt:lpstr>Презентация PowerPoint</vt:lpstr>
      <vt:lpstr>История открытия адреналина</vt:lpstr>
      <vt:lpstr>История открытия адреналина</vt:lpstr>
      <vt:lpstr>Противоречия симпатической системы</vt:lpstr>
      <vt:lpstr>Противоречия симпатической системы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Адренергические рецепторы</vt:lpstr>
      <vt:lpstr>Анатомическая локализация адренорецепторов </vt:lpstr>
      <vt:lpstr>Анатомическая локализация адренорецепторов </vt:lpstr>
      <vt:lpstr>Фармакологические эффекты адреналина (эпинефрина)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Лекарственные вещества, действующие в области синапсов. Возможности регуляции эфферентной периферической нервной системы</dc:title>
  <dc:creator>Alex Galkin</dc:creator>
  <cp:lastModifiedBy>Alex Galkin</cp:lastModifiedBy>
  <cp:revision>1</cp:revision>
  <dcterms:created xsi:type="dcterms:W3CDTF">2025-03-31T16:31:57Z</dcterms:created>
  <dcterms:modified xsi:type="dcterms:W3CDTF">2025-03-31T16:31:57Z</dcterms:modified>
</cp:coreProperties>
</file>